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70" r:id="rId5"/>
    <p:sldId id="2147483645" r:id="rId6"/>
    <p:sldId id="2147483646" r:id="rId7"/>
    <p:sldId id="214748364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E4E7"/>
    <a:srgbClr val="662ED9"/>
    <a:srgbClr val="BFDBEA"/>
    <a:srgbClr val="393AD9"/>
    <a:srgbClr val="E0BEC5"/>
    <a:srgbClr val="FFFF00"/>
    <a:srgbClr val="1F7BB9"/>
    <a:srgbClr val="8BCCEC"/>
    <a:srgbClr val="1B9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4" autoAdjust="0"/>
    <p:restoredTop sz="68293" autoAdjust="0"/>
  </p:normalViewPr>
  <p:slideViewPr>
    <p:cSldViewPr snapToGrid="0" showGuides="1">
      <p:cViewPr varScale="1">
        <p:scale>
          <a:sx n="90" d="100"/>
          <a:sy n="90" d="100"/>
        </p:scale>
        <p:origin x="1428" y="10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Jones" userId="88ba44ca-0775-4c25-a544-d6f148795e46" providerId="ADAL" clId="{5071395F-0D46-45A5-99EB-6BCF28FC1ADF}"/>
    <pc:docChg chg="addSld delSld modSld">
      <pc:chgData name="Joshua Jones" userId="88ba44ca-0775-4c25-a544-d6f148795e46" providerId="ADAL" clId="{5071395F-0D46-45A5-99EB-6BCF28FC1ADF}" dt="2026-09-25T00:47:29.985" v="334" actId="20577"/>
      <pc:docMkLst>
        <pc:docMk/>
      </pc:docMkLst>
      <pc:sldChg chg="modNotesTx">
        <pc:chgData name="Joshua Jones" userId="88ba44ca-0775-4c25-a544-d6f148795e46" providerId="ADAL" clId="{5071395F-0D46-45A5-99EB-6BCF28FC1ADF}" dt="2026-09-25T00:47:29.985" v="334" actId="20577"/>
        <pc:sldMkLst>
          <pc:docMk/>
          <pc:sldMk cId="2592067662" sldId="270"/>
        </pc:sldMkLst>
      </pc:sldChg>
      <pc:sldChg chg="add del setBg">
        <pc:chgData name="Joshua Jones" userId="88ba44ca-0775-4c25-a544-d6f148795e46" providerId="ADAL" clId="{5071395F-0D46-45A5-99EB-6BCF28FC1ADF}" dt="2026-09-23T19:50:28.464" v="325"/>
        <pc:sldMkLst>
          <pc:docMk/>
          <pc:sldMk cId="1474543302" sldId="2147483645"/>
        </pc:sldMkLst>
      </pc:sldChg>
      <pc:sldChg chg="addSp modSp">
        <pc:chgData name="Joshua Jones" userId="88ba44ca-0775-4c25-a544-d6f148795e46" providerId="ADAL" clId="{5071395F-0D46-45A5-99EB-6BCF28FC1ADF}" dt="2026-09-23T21:15:18.224" v="333"/>
        <pc:sldMkLst>
          <pc:docMk/>
          <pc:sldMk cId="2701800293" sldId="2147483646"/>
        </pc:sldMkLst>
        <pc:spChg chg="add mod">
          <ac:chgData name="Joshua Jones" userId="88ba44ca-0775-4c25-a544-d6f148795e46" providerId="ADAL" clId="{5071395F-0D46-45A5-99EB-6BCF28FC1ADF}" dt="2026-09-23T21:15:18.224" v="333"/>
          <ac:spMkLst>
            <pc:docMk/>
            <pc:sldMk cId="2701800293" sldId="2147483646"/>
            <ac:spMk id="22" creationId="{1B59F18D-3833-9E78-6A30-C32ACBBC3528}"/>
          </ac:spMkLst>
        </pc:spChg>
        <pc:graphicFrameChg chg="add mod">
          <ac:chgData name="Joshua Jones" userId="88ba44ca-0775-4c25-a544-d6f148795e46" providerId="ADAL" clId="{5071395F-0D46-45A5-99EB-6BCF28FC1ADF}" dt="2026-09-23T20:53:52.461" v="326"/>
          <ac:graphicFrameMkLst>
            <pc:docMk/>
            <pc:sldMk cId="2701800293" sldId="2147483646"/>
            <ac:graphicFrameMk id="21" creationId="{BBA296A8-E210-731D-C92A-554C9B53F339}"/>
          </ac:graphicFrameMkLst>
        </pc:graphicFrameChg>
      </pc:sldChg>
      <pc:sldChg chg="addSp modSp">
        <pc:chgData name="Joshua Jones" userId="88ba44ca-0775-4c25-a544-d6f148795e46" providerId="ADAL" clId="{5071395F-0D46-45A5-99EB-6BCF28FC1ADF}" dt="2026-09-23T21:12:48.155" v="332"/>
        <pc:sldMkLst>
          <pc:docMk/>
          <pc:sldMk cId="3195981157" sldId="2147483647"/>
        </pc:sldMkLst>
        <pc:spChg chg="add 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8" creationId="{AD281867-86ED-8829-0871-7D2BA9589DEB}"/>
          </ac:spMkLst>
        </pc:spChg>
        <pc:spChg chg="add 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15" creationId="{E48CE49B-AC00-C019-1FA8-FBFA5C950B76}"/>
          </ac:spMkLst>
        </pc:spChg>
        <pc:spChg chg="add 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17" creationId="{79DDCBC8-0911-B3D2-C5DF-143B67D5C8C3}"/>
          </ac:spMkLst>
        </pc:spChg>
        <pc:spChg chg="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20" creationId="{FEFC4A0A-5C5A-A86E-0912-41D2268A8F17}"/>
          </ac:spMkLst>
        </pc:spChg>
        <pc:spChg chg="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27" creationId="{6658D8FE-8F4F-6921-CA29-A38AD3F760A3}"/>
          </ac:spMkLst>
        </pc:spChg>
        <pc:spChg chg="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33" creationId="{A91A8B21-50F1-FE47-EA34-BDA055EAFFFA}"/>
          </ac:spMkLst>
        </pc:spChg>
        <pc:spChg chg="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38" creationId="{5CC7E10E-425A-AA2B-7DB2-A45D598E9212}"/>
          </ac:spMkLst>
        </pc:spChg>
        <pc:spChg chg="add 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42" creationId="{6C928133-A779-82C3-4C1C-AB8A1B191AEB}"/>
          </ac:spMkLst>
        </pc:spChg>
        <pc:spChg chg="mod">
          <ac:chgData name="Joshua Jones" userId="88ba44ca-0775-4c25-a544-d6f148795e46" providerId="ADAL" clId="{5071395F-0D46-45A5-99EB-6BCF28FC1ADF}" dt="2026-09-23T21:11:45.874" v="331"/>
          <ac:spMkLst>
            <pc:docMk/>
            <pc:sldMk cId="3195981157" sldId="2147483647"/>
            <ac:spMk id="50" creationId="{C7417A6F-233D-8057-5EF4-2182E26A36A3}"/>
          </ac:spMkLst>
        </pc:spChg>
        <pc:spChg chg="mod">
          <ac:chgData name="Joshua Jones" userId="88ba44ca-0775-4c25-a544-d6f148795e46" providerId="ADAL" clId="{5071395F-0D46-45A5-99EB-6BCF28FC1ADF}" dt="2026-09-23T21:12:48.155" v="332"/>
          <ac:spMkLst>
            <pc:docMk/>
            <pc:sldMk cId="3195981157" sldId="2147483647"/>
            <ac:spMk id="53" creationId="{5C4FCEF3-85E8-DD8C-A604-CF1EE86360E2}"/>
          </ac:spMkLst>
        </pc:spChg>
        <pc:spChg chg="mod">
          <ac:chgData name="Joshua Jones" userId="88ba44ca-0775-4c25-a544-d6f148795e46" providerId="ADAL" clId="{5071395F-0D46-45A5-99EB-6BCF28FC1ADF}" dt="2026-09-23T21:12:48.155" v="332"/>
          <ac:spMkLst>
            <pc:docMk/>
            <pc:sldMk cId="3195981157" sldId="2147483647"/>
            <ac:spMk id="54" creationId="{B2F153FA-CFCA-1270-B98F-C4C81D76A5A7}"/>
          </ac:spMkLst>
        </pc:spChg>
        <pc:grpChg chg="add mod">
          <ac:chgData name="Joshua Jones" userId="88ba44ca-0775-4c25-a544-d6f148795e46" providerId="ADAL" clId="{5071395F-0D46-45A5-99EB-6BCF28FC1ADF}" dt="2026-09-23T21:12:48.155" v="332"/>
          <ac:grpSpMkLst>
            <pc:docMk/>
            <pc:sldMk cId="3195981157" sldId="2147483647"/>
            <ac:grpSpMk id="52" creationId="{AF8E888D-F2FC-C14C-9746-CB3BAF86F33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74AD9-692B-4909-8C4D-919579C8D246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43B55-9A5D-4C76-AAB0-DFDCD824EA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25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B050-34DD-DEDD-1F31-9E038545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D4E041-3C56-F754-D56A-A9DCD5757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485159-1855-57EB-AD86-FA89D53BC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9FCD30-5E1A-B943-62B4-F0E6C0375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743B55-9A5D-4C76-AAB0-DFDCD824EA0E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520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8732">
              <a:defRPr/>
            </a:pPr>
            <a:fld id="{BA33026E-14E4-45BB-8EEA-0F77B11BF0AD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8732">
                <a:defRPr/>
              </a:pPr>
              <a:t>2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54449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ECB3-C1B1-7BAC-7306-E7E9999F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1E466-CDCB-5E7C-E197-8A7104D7C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7582A-E45D-C9FF-249E-6CF9D1C97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br>
              <a:rPr lang="en-US" dirty="0">
                <a:cs typeface="+mn-lt"/>
              </a:rPr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C3BD4-1FC6-51D1-B63B-D9FB48E8F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8732">
              <a:defRPr/>
            </a:pPr>
            <a:fld id="{BA33026E-14E4-45BB-8EEA-0F77B11BF0AD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8732">
                <a:defRPr/>
              </a:pPr>
              <a:t>3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49854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0466-B54F-5007-0428-FFE38EDF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F481E-91FF-C35F-FB0A-D66117EB2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FC304-79E5-6D28-24B3-A34029214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660A0-13DF-45DA-2129-F0E5097E8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8732">
              <a:defRPr/>
            </a:pPr>
            <a:fld id="{BA33026E-14E4-45BB-8EEA-0F77B11BF0AD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8732">
                <a:defRPr/>
              </a:pPr>
              <a:t>4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87847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F175F-67FA-81FF-CC53-F75AAB1FA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F5884F-0F7E-2120-BE03-F336813AA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F291C3-ECCF-4A2F-E2B4-0C6D8731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F5B586-F233-AEF3-9494-6CFC15D0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D2C7E2-B848-0283-E663-A3A0F1B5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3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5F94E-48BC-9CF9-4F79-35AE4410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511998-9515-7B66-13AE-64201081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6208D-F91A-139B-BD73-B9CCA583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973D92-48B4-D00A-C709-BF73ECCF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2A6E91-F663-5AE3-8EE1-0F423ECC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951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E14149-A5B0-A7B4-FF3D-7E4CEED5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1C1C63-D957-9513-C5E2-82E073B45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89ADA-0BC5-5384-51C4-EDD1369E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DBF94C-85A9-7992-C531-71E7DD4C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BD05E9-9CFA-64F3-9C09-E8563D1F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228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EAE516-C6F6-EB48-7B37-DE17B71C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35BF71-01B4-0BD0-CB29-DF541F6F5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C360AD-0826-BD9E-BD60-647E9F754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394AF3-3DAA-4ED1-EB37-D59D114A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0C9956-F5DA-8193-0BAA-1C51DCF2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E8EF3-F98E-A1EC-F555-D109E254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3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AD3957-2CD4-3CCC-1284-4615B29C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119A7E-8FBC-3085-7756-86E15655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F07F33-1ABB-0CB5-0679-FF53908A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A7F7AC1-4A9F-56E7-9B8A-213331815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555D05-1E5B-9F46-E56A-D7AB0B17A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EAB96C-2073-4631-E2A9-AF84DBF1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9042706-B1C1-DAC8-A230-C31D4653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158BC5-B151-8D72-D70A-BA6AD30E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36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0C1B4-8DFF-F791-2527-798DED3D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8D8D49-1C53-2BFC-05AC-41437E5A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30E633-05B9-837E-9F1F-580349A0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A21BD-BBE9-666B-5B24-BF5DF79D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8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9E063C-98F4-8EB7-A9CE-0C103CA3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7DFD26-5795-595B-75E7-D4EF1F27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189216-E100-371F-7E1E-BE25AF57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03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51DEB-59EB-F93B-8962-513A4FAE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FF551A-0EE3-A6E8-7095-7206EE72D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3D64D2-2D78-B66D-21D6-9531228FA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890143-E3E6-573C-A8E6-E714365C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FE0688-DB23-9AC5-2B07-9B00A951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C0B955-761F-BE51-C0CC-9EC811F3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166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8FE10-EDFB-632F-C0F1-A9E96C86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65A17E-6B6B-5A60-5CB2-612631B5E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5FA8BB-64B5-58AF-FEE9-D78B26433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A50606-0C22-1011-76E7-89215C8F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69633B-CDC0-91A2-8612-75674B03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2121F3-EB0A-7376-0495-2130CDAA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75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B366C-7439-15F7-C656-09CA3FEE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CEC055-DCDF-D1F4-AB40-F63A87514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58E718-4546-DB06-A15E-FE3AFE47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BB53AB-A7C0-9582-5C89-CFAF7660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1B21E6-EFF1-38C5-DF8B-DCDE696D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17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8CAD9A-A5E0-5E95-B44F-461A3E08B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86E46-13C3-42D6-C14C-D706B7B8A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B7482E-903C-41DD-1C60-3D1179F7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0D8BAB-076C-EFB7-3AE0-0BC1FEFB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0D6993-33A5-F631-3A32-22407B90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337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F175F-67FA-81FF-CC53-F75AAB1FA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F5884F-0F7E-2120-BE03-F336813AA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F291C3-ECCF-4A2F-E2B4-0C6D8731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F5B586-F233-AEF3-9494-6CFC15D0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D2C7E2-B848-0283-E663-A3A0F1B5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04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5F94E-48BC-9CF9-4F79-35AE4410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511998-9515-7B66-13AE-64201081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6208D-F91A-139B-BD73-B9CCA583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973D92-48B4-D00A-C709-BF73ECCF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2A6E91-F663-5AE3-8EE1-0F423ECC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393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E14149-A5B0-A7B4-FF3D-7E4CEED5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1C1C63-D957-9513-C5E2-82E073B45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89ADA-0BC5-5384-51C4-EDD1369E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DBF94C-85A9-7992-C531-71E7DD4C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BD05E9-9CFA-64F3-9C09-E8563D1F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176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EAE516-C6F6-EB48-7B37-DE17B71C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35BF71-01B4-0BD0-CB29-DF541F6F5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C360AD-0826-BD9E-BD60-647E9F754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394AF3-3DAA-4ED1-EB37-D59D114A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0C9956-F5DA-8193-0BAA-1C51DCF2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E8EF3-F98E-A1EC-F555-D109E254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43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AD3957-2CD4-3CCC-1284-4615B29C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119A7E-8FBC-3085-7756-86E15655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F07F33-1ABB-0CB5-0679-FF53908A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A7F7AC1-4A9F-56E7-9B8A-213331815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555D05-1E5B-9F46-E56A-D7AB0B17A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EAB96C-2073-4631-E2A9-AF84DBF1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9042706-B1C1-DAC8-A230-C31D4653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158BC5-B151-8D72-D70A-BA6AD30E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820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0C1B4-8DFF-F791-2527-798DED3D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8D8D49-1C53-2BFC-05AC-41437E5A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30E633-05B9-837E-9F1F-580349A0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A21BD-BBE9-666B-5B24-BF5DF79D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823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9E063C-98F4-8EB7-A9CE-0C103CA3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7DFD26-5795-595B-75E7-D4EF1F27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189216-E100-371F-7E1E-BE25AF57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666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51DEB-59EB-F93B-8962-513A4FAE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FF551A-0EE3-A6E8-7095-7206EE72D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3D64D2-2D78-B66D-21D6-9531228FA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890143-E3E6-573C-A8E6-E714365C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FE0688-DB23-9AC5-2B07-9B00A951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C0B955-761F-BE51-C0CC-9EC811F3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00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8FE10-EDFB-632F-C0F1-A9E96C86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65A17E-6B6B-5A60-5CB2-612631B5E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5FA8BB-64B5-58AF-FEE9-D78B26433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A50606-0C22-1011-76E7-89215C8F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69633B-CDC0-91A2-8612-75674B03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2121F3-EB0A-7376-0495-2130CDAA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7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B366C-7439-15F7-C656-09CA3FEE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CEC055-DCDF-D1F4-AB40-F63A87514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58E718-4546-DB06-A15E-FE3AFE47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BB53AB-A7C0-9582-5C89-CFAF7660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1B21E6-EFF1-38C5-DF8B-DCDE696D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27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8CAD9A-A5E0-5E95-B44F-461A3E08B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86E46-13C3-42D6-C14C-D706B7B8A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B7482E-903C-41DD-1C60-3D1179F7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0D8BAB-076C-EFB7-3AE0-0BC1FEFB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0D6993-33A5-F631-3A32-22407B90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802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C530870-3B5C-7515-368F-741885F9795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7375" y="2460356"/>
            <a:ext cx="1297305" cy="1679575"/>
          </a:xfrm>
          <a:prstGeom prst="roundRect">
            <a:avLst>
              <a:gd name="adj" fmla="val 5766"/>
            </a:avLst>
          </a:prstGeom>
          <a:solidFill>
            <a:schemeClr val="accent2">
              <a:alpha val="5000"/>
            </a:schemeClr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DED20B8-2BAD-15AA-728B-52FC458E3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0862" y="2134030"/>
            <a:ext cx="3468688" cy="2005900"/>
          </a:xfrm>
          <a:prstGeom prst="roundRect">
            <a:avLst>
              <a:gd name="adj" fmla="val 4426"/>
            </a:avLst>
          </a:prstGeom>
          <a:solidFill>
            <a:schemeClr val="accent2">
              <a:alpha val="5000"/>
            </a:schemeClr>
          </a:solidFill>
        </p:spPr>
        <p:txBody>
          <a:bodyPr lIns="182880" tIns="274320" rIns="182880" bIns="18288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2AF90A3-ADC5-1A3C-547C-BBF0F76599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5347" y="2134030"/>
            <a:ext cx="3468688" cy="2005900"/>
          </a:xfrm>
          <a:prstGeom prst="roundRect">
            <a:avLst>
              <a:gd name="adj" fmla="val 3582"/>
            </a:avLst>
          </a:prstGeom>
          <a:solidFill>
            <a:schemeClr val="accent2">
              <a:alpha val="5000"/>
            </a:schemeClr>
          </a:solidFill>
        </p:spPr>
        <p:txBody>
          <a:bodyPr lIns="182880" tIns="274320" rIns="182880" bIns="18288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2199366-BBF2-E268-CED2-056CF7C5D5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0862" y="4724830"/>
            <a:ext cx="3468688" cy="1537858"/>
          </a:xfrm>
          <a:prstGeom prst="roundRect">
            <a:avLst>
              <a:gd name="adj" fmla="val 5105"/>
            </a:avLst>
          </a:prstGeom>
          <a:solidFill>
            <a:schemeClr val="accent2">
              <a:alpha val="5000"/>
            </a:schemeClr>
          </a:solidFill>
        </p:spPr>
        <p:txBody>
          <a:bodyPr lIns="182880" tIns="274320" rIns="182880" bIns="18288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056E163-1F37-74DF-D018-3111BDCCF9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35347" y="4724830"/>
            <a:ext cx="3468688" cy="1537858"/>
          </a:xfrm>
          <a:prstGeom prst="roundRect">
            <a:avLst>
              <a:gd name="adj" fmla="val 4555"/>
            </a:avLst>
          </a:prstGeom>
          <a:solidFill>
            <a:schemeClr val="accent2">
              <a:alpha val="5000"/>
            </a:schemeClr>
          </a:solidFill>
        </p:spPr>
        <p:txBody>
          <a:bodyPr lIns="182880" tIns="274320" rIns="182880" bIns="18288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1D822-5B23-D0AA-E114-47244B46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AB967-CADC-91F9-2A1B-F879A01C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433D3-2443-5582-EA59-7407ED62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0A09D-1A50-4CA5-89CD-EDD3F91B21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5C7C40-731B-78E7-2B57-C84D421CF6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25" y="1711052"/>
            <a:ext cx="3468688" cy="548822"/>
          </a:xfrm>
          <a:prstGeom prst="roundRect">
            <a:avLst>
              <a:gd name="adj" fmla="val 15081"/>
            </a:avLst>
          </a:prstGeom>
          <a:gradFill>
            <a:gsLst>
              <a:gs pos="3000">
                <a:srgbClr val="0078D4"/>
              </a:gs>
              <a:gs pos="97000">
                <a:srgbClr val="FEA874"/>
              </a:gs>
              <a:gs pos="70000">
                <a:srgbClr val="D660FF"/>
              </a:gs>
              <a:gs pos="52000">
                <a:srgbClr val="818EFF"/>
              </a:gs>
              <a:gs pos="35000">
                <a:srgbClr val="2DB4FF"/>
              </a:gs>
              <a:gs pos="30000">
                <a:srgbClr val="2DB4FF"/>
              </a:gs>
            </a:gsLst>
            <a:lin ang="900000" scaled="0"/>
          </a:gradFill>
          <a:ln w="12700">
            <a:solidFill>
              <a:schemeClr val="bg1"/>
            </a:solidFill>
          </a:ln>
        </p:spPr>
        <p:txBody>
          <a:bodyPr lIns="182880" tIns="0" rIns="182880" bIns="0" anchor="ctr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73736" indent="-173736"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A13C8B8-B981-4DF3-6BD0-5A5BF04114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61656" y="1711052"/>
            <a:ext cx="3468688" cy="548822"/>
          </a:xfrm>
          <a:prstGeom prst="roundRect">
            <a:avLst>
              <a:gd name="adj" fmla="val 15081"/>
            </a:avLst>
          </a:prstGeom>
          <a:gradFill>
            <a:gsLst>
              <a:gs pos="3000">
                <a:srgbClr val="0078D4"/>
              </a:gs>
              <a:gs pos="97000">
                <a:srgbClr val="FEA874"/>
              </a:gs>
              <a:gs pos="70000">
                <a:srgbClr val="D660FF"/>
              </a:gs>
              <a:gs pos="52000">
                <a:srgbClr val="818EFF"/>
              </a:gs>
              <a:gs pos="35000">
                <a:srgbClr val="2DB4FF"/>
              </a:gs>
              <a:gs pos="30000">
                <a:srgbClr val="2DB4FF"/>
              </a:gs>
            </a:gsLst>
            <a:lin ang="900000" scaled="0"/>
          </a:gradFill>
          <a:ln w="12700">
            <a:solidFill>
              <a:schemeClr val="bg1"/>
            </a:solidFill>
          </a:ln>
        </p:spPr>
        <p:txBody>
          <a:bodyPr lIns="182880" tIns="0" rIns="182880" bIns="0" anchor="ctr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73736" indent="-173736"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B63FB5F-EF7D-20CF-42DF-A9FA15BAA4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35347" y="1711052"/>
            <a:ext cx="3468688" cy="548822"/>
          </a:xfrm>
          <a:prstGeom prst="roundRect">
            <a:avLst>
              <a:gd name="adj" fmla="val 15081"/>
            </a:avLst>
          </a:prstGeom>
          <a:gradFill>
            <a:gsLst>
              <a:gs pos="3000">
                <a:srgbClr val="0078D4"/>
              </a:gs>
              <a:gs pos="97000">
                <a:srgbClr val="FEA874"/>
              </a:gs>
              <a:gs pos="70000">
                <a:srgbClr val="D660FF"/>
              </a:gs>
              <a:gs pos="52000">
                <a:srgbClr val="818EFF"/>
              </a:gs>
              <a:gs pos="35000">
                <a:srgbClr val="2DB4FF"/>
              </a:gs>
              <a:gs pos="30000">
                <a:srgbClr val="2DB4FF"/>
              </a:gs>
            </a:gsLst>
            <a:lin ang="900000" scaled="0"/>
          </a:gradFill>
          <a:ln w="12700">
            <a:solidFill>
              <a:schemeClr val="bg1"/>
            </a:solidFill>
          </a:ln>
        </p:spPr>
        <p:txBody>
          <a:bodyPr lIns="182880" tIns="0" rIns="182880" bIns="0" anchor="ctr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73736" indent="-173736"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A05E7D6-4BF2-1D68-7DF1-DE720ABCD6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61656" y="4301852"/>
            <a:ext cx="3468688" cy="548822"/>
          </a:xfrm>
          <a:prstGeom prst="roundRect">
            <a:avLst>
              <a:gd name="adj" fmla="val 15081"/>
            </a:avLst>
          </a:prstGeom>
          <a:gradFill>
            <a:gsLst>
              <a:gs pos="3000">
                <a:srgbClr val="0078D4"/>
              </a:gs>
              <a:gs pos="97000">
                <a:srgbClr val="FEA874"/>
              </a:gs>
              <a:gs pos="70000">
                <a:srgbClr val="D660FF"/>
              </a:gs>
              <a:gs pos="52000">
                <a:srgbClr val="818EFF"/>
              </a:gs>
              <a:gs pos="35000">
                <a:srgbClr val="2DB4FF"/>
              </a:gs>
              <a:gs pos="30000">
                <a:srgbClr val="2DB4FF"/>
              </a:gs>
            </a:gsLst>
            <a:lin ang="900000" scaled="0"/>
          </a:gradFill>
          <a:ln w="12700">
            <a:solidFill>
              <a:schemeClr val="bg1"/>
            </a:solidFill>
          </a:ln>
        </p:spPr>
        <p:txBody>
          <a:bodyPr lIns="182880" tIns="0" rIns="182880" bIns="0" anchor="ctr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73736" indent="-173736"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E1ECDB4-C2C2-0411-416D-BB0D3714F2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35347" y="4301852"/>
            <a:ext cx="3468688" cy="548822"/>
          </a:xfrm>
          <a:prstGeom prst="roundRect">
            <a:avLst>
              <a:gd name="adj" fmla="val 15081"/>
            </a:avLst>
          </a:prstGeom>
          <a:gradFill>
            <a:gsLst>
              <a:gs pos="3000">
                <a:srgbClr val="0078D4"/>
              </a:gs>
              <a:gs pos="97000">
                <a:srgbClr val="FEA874"/>
              </a:gs>
              <a:gs pos="70000">
                <a:srgbClr val="D660FF"/>
              </a:gs>
              <a:gs pos="52000">
                <a:srgbClr val="818EFF"/>
              </a:gs>
              <a:gs pos="35000">
                <a:srgbClr val="2DB4FF"/>
              </a:gs>
              <a:gs pos="30000">
                <a:srgbClr val="2DB4FF"/>
              </a:gs>
            </a:gsLst>
            <a:lin ang="900000" scaled="0"/>
          </a:gradFill>
          <a:ln w="12700">
            <a:solidFill>
              <a:schemeClr val="bg1"/>
            </a:solidFill>
          </a:ln>
        </p:spPr>
        <p:txBody>
          <a:bodyPr lIns="182880" tIns="0" rIns="182880" bIns="0" anchor="ctr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73736" indent="-173736"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53DE002-D5F5-932C-546A-3941FFE733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3725" y="4301852"/>
            <a:ext cx="3468688" cy="196083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70C7D73-A669-3EBA-8028-E4174CE387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52321" y="2460624"/>
            <a:ext cx="2001096" cy="1679575"/>
          </a:xfrm>
        </p:spPr>
        <p:txBody>
          <a:bodyPr anchor="b" anchorCtr="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6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173736" indent="-173736">
              <a:spcBef>
                <a:spcPts val="0"/>
              </a:spcBef>
              <a:defRPr sz="1600"/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20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AA8A040-2AF3-A0D7-31EC-77FBEC09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98ACE2-8654-D42A-56F4-320C1C49B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ED7671-9F39-42F5-942B-1A8600781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F77FD-D1D9-4F38-8FE6-1EB80F163D6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F3BDBA-0241-E49C-4449-32E5CEF9D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820001-B092-005C-7323-6A9BD2712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A6141-A346-4A70-AFC0-A764F5A8F5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50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0BC0-AC79-0CDF-6054-49247422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51A6397-394D-368C-9A68-47148E3936DA}"/>
              </a:ext>
            </a:extLst>
          </p:cNvPr>
          <p:cNvSpPr>
            <a:spLocks/>
          </p:cNvSpPr>
          <p:nvPr/>
        </p:nvSpPr>
        <p:spPr>
          <a:xfrm>
            <a:off x="1" y="-1364"/>
            <a:ext cx="12192000" cy="777876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1B93DD"/>
              </a:gs>
              <a:gs pos="0">
                <a:srgbClr val="00206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024F0-022F-1467-FD0D-CA8EDBAA3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991"/>
            <a:ext cx="10515600" cy="6222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How to use this workbook</a:t>
            </a:r>
            <a:endParaRPr lang="ja-JP" altLang="en-US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E6828A0A-5986-E2DB-D40E-B05516191ACD}"/>
              </a:ext>
            </a:extLst>
          </p:cNvPr>
          <p:cNvSpPr txBox="1">
            <a:spLocks/>
          </p:cNvSpPr>
          <p:nvPr/>
        </p:nvSpPr>
        <p:spPr>
          <a:xfrm>
            <a:off x="628650" y="1102155"/>
            <a:ext cx="7092338" cy="622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ja-JP" sz="2400" dirty="0">
                <a:solidFill>
                  <a:prstClr val="black"/>
                </a:solidFill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Feel free to fill in these sheets with information about clients as you propose and sell AI solutions</a:t>
            </a:r>
          </a:p>
          <a:p>
            <a:pPr>
              <a:defRPr/>
            </a:pPr>
            <a:endParaRPr lang="en-US" altLang="ja-JP" sz="2400" dirty="0">
              <a:solidFill>
                <a:prstClr val="black"/>
              </a:solidFill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  <a:p>
            <a:pPr>
              <a:defRPr/>
            </a:pPr>
            <a:endParaRPr lang="en-US" altLang="ja-JP" sz="2400" dirty="0">
              <a:solidFill>
                <a:prstClr val="black"/>
              </a:solidFill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  <a:p>
            <a:pPr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This can be real clients or fictional practice</a:t>
            </a:r>
          </a:p>
          <a:p>
            <a:pPr>
              <a:defRPr/>
            </a:pPr>
            <a:endParaRPr lang="en-US" altLang="ja-JP" sz="2400" dirty="0">
              <a:solidFill>
                <a:prstClr val="black"/>
              </a:solidFill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  <a:p>
            <a:pPr>
              <a:defRPr/>
            </a:pP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Each time you use this, we recommend you create a new copy before writing so you can preserve the blank for the next time you use it</a:t>
            </a:r>
          </a:p>
        </p:txBody>
      </p:sp>
    </p:spTree>
    <p:extLst>
      <p:ext uri="{BB962C8B-B14F-4D97-AF65-F5344CB8AC3E}">
        <p14:creationId xmlns:p14="http://schemas.microsoft.com/office/powerpoint/2010/main" val="259206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6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C276-A0B8-757F-CB91-52F7B4F9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296863"/>
            <a:ext cx="10760075" cy="1049337"/>
          </a:xfrm>
        </p:spPr>
        <p:txBody>
          <a:bodyPr/>
          <a:lstStyle/>
          <a:p>
            <a:pPr lvl="0"/>
            <a:r>
              <a:rPr lang="en-US" dirty="0"/>
              <a:t>[Name and Function]</a:t>
            </a:r>
            <a:endParaRPr lang="en-US" noProof="0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02058F4-48E3-148B-D233-7B594C115A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3742" y="1862840"/>
            <a:ext cx="3468688" cy="2005900"/>
          </a:xfrm>
          <a:solidFill>
            <a:srgbClr val="FFFFFF"/>
          </a:solidFill>
          <a:ln>
            <a:solidFill>
              <a:schemeClr val="tx1"/>
            </a:solidFill>
          </a:ln>
        </p:spPr>
        <p:txBody>
          <a:bodyPr/>
          <a:lstStyle/>
          <a:p>
            <a:pPr lvl="2"/>
            <a:r>
              <a:rPr lang="en-US" dirty="0"/>
              <a:t>A</a:t>
            </a:r>
          </a:p>
          <a:p>
            <a:pPr lvl="2"/>
            <a:r>
              <a:rPr lang="en-US" dirty="0"/>
              <a:t>B</a:t>
            </a:r>
          </a:p>
          <a:p>
            <a:pPr lvl="2"/>
            <a:r>
              <a:rPr lang="en-US" dirty="0"/>
              <a:t>C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917701C9-FBFB-7F2E-0D29-26B2F64F8B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139" y="4321084"/>
            <a:ext cx="3468688" cy="2005900"/>
          </a:xfrm>
          <a:solidFill>
            <a:srgbClr val="FFFFFF"/>
          </a:solidFill>
          <a:ln>
            <a:solidFill>
              <a:schemeClr val="tx1"/>
            </a:solidFill>
          </a:ln>
        </p:spPr>
        <p:txBody>
          <a:bodyPr/>
          <a:lstStyle/>
          <a:p>
            <a:pPr lvl="2"/>
            <a:r>
              <a:rPr lang="en-US"/>
              <a:t>A</a:t>
            </a:r>
          </a:p>
          <a:p>
            <a:pPr lvl="2"/>
            <a:r>
              <a:rPr lang="en-US"/>
              <a:t>B</a:t>
            </a:r>
          </a:p>
          <a:p>
            <a:pPr lvl="2"/>
            <a:r>
              <a:rPr lang="en-US"/>
              <a:t>C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66EDBED8-9581-4DF1-925D-F924D3F9E8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84318" y="1802716"/>
            <a:ext cx="3468688" cy="1537858"/>
          </a:xfrm>
          <a:solidFill>
            <a:srgbClr val="FFFFFF"/>
          </a:solidFill>
          <a:ln>
            <a:solidFill>
              <a:schemeClr val="tx1"/>
            </a:solidFill>
          </a:ln>
        </p:spPr>
        <p:txBody>
          <a:bodyPr/>
          <a:lstStyle/>
          <a:p>
            <a:pPr lvl="2"/>
            <a:r>
              <a:rPr lang="en-US" dirty="0"/>
              <a:t>A</a:t>
            </a:r>
          </a:p>
          <a:p>
            <a:pPr lvl="2"/>
            <a:r>
              <a:rPr lang="en-US" dirty="0"/>
              <a:t>B</a:t>
            </a:r>
          </a:p>
          <a:p>
            <a:pPr lvl="2"/>
            <a:r>
              <a:rPr lang="en-US" dirty="0"/>
              <a:t>C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8A5D00B1-AD6A-8DF0-9ECB-F956A43FE9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4318" y="3982376"/>
            <a:ext cx="3468688" cy="1604845"/>
          </a:xfrm>
          <a:solidFill>
            <a:srgbClr val="FFFFFF"/>
          </a:solidFill>
          <a:ln>
            <a:solidFill>
              <a:schemeClr val="tx1"/>
            </a:solidFill>
          </a:ln>
        </p:spPr>
        <p:txBody>
          <a:bodyPr/>
          <a:lstStyle/>
          <a:p>
            <a:pPr lvl="2"/>
            <a:r>
              <a:rPr lang="en-US"/>
              <a:t>A</a:t>
            </a:r>
          </a:p>
          <a:p>
            <a:pPr lvl="2"/>
            <a:r>
              <a:rPr lang="en-US"/>
              <a:t>B</a:t>
            </a:r>
          </a:p>
          <a:p>
            <a:pPr lvl="2"/>
            <a:r>
              <a:rPr lang="en-US"/>
              <a:t>C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F232FF67-0FA7-FFE3-988C-5368D47A6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4536" y="1439862"/>
            <a:ext cx="3468688" cy="548822"/>
          </a:xfr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7426">
              <a:spcBef>
                <a:spcPts val="1205"/>
              </a:spcBef>
              <a:tabLst>
                <a:tab pos="5665570" algn="l"/>
              </a:tabLst>
            </a:pPr>
            <a:r>
              <a:rPr lang="en-US" sz="2000" b="1">
                <a:ln w="3175">
                  <a:noFill/>
                </a:ln>
                <a:gradFill flip="none" rotWithShape="1">
                  <a:gsLst>
                    <a:gs pos="20183">
                      <a:srgbClr val="FFFFFF"/>
                    </a:gs>
                    <a:gs pos="42000">
                      <a:srgbClr val="FFFFFF"/>
                    </a:gs>
                  </a:gsLst>
                  <a:lin ang="2700000" scaled="0"/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Key processes, responsibilities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9028221-EB80-8C58-3E7E-0AAD2D1BB4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4139" y="3898106"/>
            <a:ext cx="3468688" cy="548822"/>
          </a:xfr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7426">
              <a:spcBef>
                <a:spcPts val="1205"/>
              </a:spcBef>
              <a:tabLst>
                <a:tab pos="5665570" algn="l"/>
              </a:tabLst>
            </a:pPr>
            <a:r>
              <a:rPr lang="en-US" sz="2400" b="1">
                <a:ln w="3175">
                  <a:noFill/>
                </a:ln>
                <a:gradFill flip="none" rotWithShape="1">
                  <a:gsLst>
                    <a:gs pos="20183">
                      <a:srgbClr val="FFFFFF"/>
                    </a:gs>
                    <a:gs pos="42000">
                      <a:srgbClr val="FFFFFF"/>
                    </a:gs>
                  </a:gsLst>
                  <a:lin ang="2700000" scaled="0"/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Needs &amp; Wants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6BDA5DC8-3A96-B38B-57E1-94F72BDEFD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85112" y="1379738"/>
            <a:ext cx="3468688" cy="548822"/>
          </a:xfr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7426">
              <a:spcBef>
                <a:spcPts val="1205"/>
              </a:spcBef>
              <a:tabLst>
                <a:tab pos="5665570" algn="l"/>
              </a:tabLst>
            </a:pPr>
            <a:r>
              <a:rPr lang="en-US" sz="2000" b="1">
                <a:ln w="3175">
                  <a:noFill/>
                </a:ln>
                <a:gradFill flip="none" rotWithShape="1">
                  <a:gsLst>
                    <a:gs pos="20183">
                      <a:srgbClr val="FFFFFF"/>
                    </a:gs>
                    <a:gs pos="42000">
                      <a:srgbClr val="FFFFFF"/>
                    </a:gs>
                  </a:gsLst>
                  <a:lin ang="2700000" scaled="0"/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Before AI – Challenges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B610F2E1-A108-C418-55DC-FFC2147A9B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84318" y="3559399"/>
            <a:ext cx="3468688" cy="572728"/>
          </a:xfrm>
          <a:gradFill flip="none" rotWithShape="1">
            <a:gsLst>
              <a:gs pos="80000">
                <a:srgbClr val="0A6BBA"/>
              </a:gs>
              <a:gs pos="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7426">
              <a:spcBef>
                <a:spcPts val="1205"/>
              </a:spcBef>
              <a:tabLst>
                <a:tab pos="5665570" algn="l"/>
              </a:tabLst>
            </a:pPr>
            <a:r>
              <a:rPr lang="en-US" sz="2000" b="1">
                <a:ln w="3175">
                  <a:noFill/>
                </a:ln>
                <a:gradFill flip="none" rotWithShape="1">
                  <a:gsLst>
                    <a:gs pos="20183">
                      <a:srgbClr val="FFFFFF"/>
                    </a:gs>
                    <a:gs pos="42000">
                      <a:srgbClr val="FFFFFF"/>
                    </a:gs>
                  </a:gsLst>
                  <a:lin ang="2700000" scaled="0"/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After AI – Proposed Scenarios</a:t>
            </a:r>
          </a:p>
        </p:txBody>
      </p:sp>
    </p:spTree>
    <p:extLst>
      <p:ext uri="{BB962C8B-B14F-4D97-AF65-F5344CB8AC3E}">
        <p14:creationId xmlns:p14="http://schemas.microsoft.com/office/powerpoint/2010/main" val="147454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6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BD524-EF28-AF0C-BA31-9AFA06A4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ontent Placeholder 31">
            <a:extLst>
              <a:ext uri="{FF2B5EF4-FFF2-40B4-BE49-F238E27FC236}">
                <a16:creationId xmlns:a16="http://schemas.microsoft.com/office/drawing/2014/main" id="{BBA296A8-E210-731D-C92A-554C9B53F3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8308983"/>
              </p:ext>
            </p:extLst>
          </p:nvPr>
        </p:nvGraphicFramePr>
        <p:xfrm>
          <a:off x="593724" y="711200"/>
          <a:ext cx="10747375" cy="5805410"/>
        </p:xfrm>
        <a:graphic>
          <a:graphicData uri="http://schemas.openxmlformats.org/drawingml/2006/table">
            <a:tbl>
              <a:tblPr firstRow="1" bandRow="1"/>
              <a:tblGrid>
                <a:gridCol w="1686645">
                  <a:extLst>
                    <a:ext uri="{9D8B030D-6E8A-4147-A177-3AD203B41FA5}">
                      <a16:colId xmlns:a16="http://schemas.microsoft.com/office/drawing/2014/main" val="2919399006"/>
                    </a:ext>
                  </a:extLst>
                </a:gridCol>
                <a:gridCol w="2147299">
                  <a:extLst>
                    <a:ext uri="{9D8B030D-6E8A-4147-A177-3AD203B41FA5}">
                      <a16:colId xmlns:a16="http://schemas.microsoft.com/office/drawing/2014/main" val="2179593527"/>
                    </a:ext>
                  </a:extLst>
                </a:gridCol>
                <a:gridCol w="2930772">
                  <a:extLst>
                    <a:ext uri="{9D8B030D-6E8A-4147-A177-3AD203B41FA5}">
                      <a16:colId xmlns:a16="http://schemas.microsoft.com/office/drawing/2014/main" val="1756110952"/>
                    </a:ext>
                  </a:extLst>
                </a:gridCol>
                <a:gridCol w="3982659">
                  <a:extLst>
                    <a:ext uri="{9D8B030D-6E8A-4147-A177-3AD203B41FA5}">
                      <a16:colId xmlns:a16="http://schemas.microsoft.com/office/drawing/2014/main" val="3308469814"/>
                    </a:ext>
                  </a:extLst>
                </a:gridCol>
              </a:tblGrid>
              <a:tr h="9090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Persona/ Work Role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Recommended </a:t>
                      </a:r>
                      <a:r>
                        <a:rPr lang="en-US" sz="1600" b="1" u="none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Solution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KPIs to Measure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Expected Outcome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0039310"/>
                  </a:ext>
                </a:extLst>
              </a:tr>
              <a:tr h="1118121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IT Support Team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de-AT" sz="14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Creating a Copilot Studio Agent that can not only answer questions but also create tickets, integrated with the ServiceNow connector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de-AT" sz="14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% of escalations overt time. Many questions are simple enough to handle via a knowledge agent with no need for a human to handle, so we expect escalations to go down at least 20%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Staff time will be freed up to allow them more time to research and address more complicated support requests when needed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6070"/>
                  </a:ext>
                </a:extLst>
              </a:tr>
              <a:tr h="1090849"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88624"/>
                  </a:ext>
                </a:extLst>
              </a:tr>
              <a:tr h="1090849"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</a:pPr>
                      <a:endParaRPr lang="de-AT" sz="1200" b="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</a:pPr>
                      <a:endParaRPr lang="de-AT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04620"/>
                  </a:ext>
                </a:extLst>
              </a:tr>
              <a:tr h="1090849"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AT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t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AT" sz="1200" b="0" kern="120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0" u="none" strike="noStrike" kern="12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094449"/>
                  </a:ext>
                </a:extLst>
              </a:tr>
            </a:tbl>
          </a:graphicData>
        </a:graphic>
      </p:graphicFrame>
      <p:sp>
        <p:nvSpPr>
          <p:cNvPr id="22" name="Title 5">
            <a:extLst>
              <a:ext uri="{FF2B5EF4-FFF2-40B4-BE49-F238E27FC236}">
                <a16:creationId xmlns:a16="http://schemas.microsoft.com/office/drawing/2014/main" id="{1B59F18D-3833-9E78-6A30-C32ACBBC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32" y="162018"/>
            <a:ext cx="11001375" cy="548640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down possible ideas</a:t>
            </a:r>
          </a:p>
        </p:txBody>
      </p:sp>
    </p:spTree>
    <p:extLst>
      <p:ext uri="{BB962C8B-B14F-4D97-AF65-F5344CB8AC3E}">
        <p14:creationId xmlns:p14="http://schemas.microsoft.com/office/powerpoint/2010/main" val="270180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6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0C8D0-BC18-CCEE-66DF-0F286917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55174106-D4BD-6B8D-50D0-367990D60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838915"/>
              </p:ext>
            </p:extLst>
          </p:nvPr>
        </p:nvGraphicFramePr>
        <p:xfrm>
          <a:off x="2351910" y="2001568"/>
          <a:ext cx="4464686" cy="37588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32343">
                  <a:extLst>
                    <a:ext uri="{9D8B030D-6E8A-4147-A177-3AD203B41FA5}">
                      <a16:colId xmlns:a16="http://schemas.microsoft.com/office/drawing/2014/main" val="892939169"/>
                    </a:ext>
                  </a:extLst>
                </a:gridCol>
                <a:gridCol w="2232343">
                  <a:extLst>
                    <a:ext uri="{9D8B030D-6E8A-4147-A177-3AD203B41FA5}">
                      <a16:colId xmlns:a16="http://schemas.microsoft.com/office/drawing/2014/main" val="1181937072"/>
                    </a:ext>
                  </a:extLst>
                </a:gridCol>
              </a:tblGrid>
              <a:tr h="18794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37373"/>
                          </a:solidFill>
                          <a:latin typeface="+mn-lt"/>
                          <a:ea typeface="+mn-ea"/>
                          <a:cs typeface="+mn-cs"/>
                        </a:rPr>
                        <a:t>Quick Wins</a:t>
                      </a:r>
                    </a:p>
                  </a:txBody>
                  <a:tcPr marL="91427" marR="91427" marT="45713" marB="45713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Major Projects</a:t>
                      </a:r>
                    </a:p>
                  </a:txBody>
                  <a:tcPr marL="91427" marR="91427" marT="45713" marB="4571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8253"/>
                  </a:ext>
                </a:extLst>
              </a:tr>
              <a:tr h="1879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rgbClr val="737373"/>
                          </a:solidFill>
                          <a:latin typeface="+mn-lt"/>
                          <a:ea typeface="+mn-ea"/>
                          <a:cs typeface="+mn-cs"/>
                        </a:rPr>
                        <a:t>Fill Ins</a:t>
                      </a:r>
                    </a:p>
                  </a:txBody>
                  <a:tcPr marL="91427" marR="91427" marT="45713" marB="45713"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rgbClr val="737373"/>
                          </a:solidFill>
                          <a:latin typeface="+mn-lt"/>
                          <a:ea typeface="+mn-ea"/>
                          <a:cs typeface="+mn-cs"/>
                        </a:rPr>
                        <a:t>Thankless Tasks</a:t>
                      </a:r>
                    </a:p>
                  </a:txBody>
                  <a:tcPr marL="91427" marR="91427" marT="45713" marB="4571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605514"/>
                  </a:ext>
                </a:extLst>
              </a:tr>
            </a:tbl>
          </a:graphicData>
        </a:graphic>
      </p:graphicFrame>
      <p:cxnSp>
        <p:nvCxnSpPr>
          <p:cNvPr id="3" name="Straight Arrow Connector 3">
            <a:extLst>
              <a:ext uri="{FF2B5EF4-FFF2-40B4-BE49-F238E27FC236}">
                <a16:creationId xmlns:a16="http://schemas.microsoft.com/office/drawing/2014/main" id="{F2065191-A4D5-D792-26DE-71ED2AD74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340799" y="3959363"/>
            <a:ext cx="0" cy="1786367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lg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45">
            <a:extLst>
              <a:ext uri="{FF2B5EF4-FFF2-40B4-BE49-F238E27FC236}">
                <a16:creationId xmlns:a16="http://schemas.microsoft.com/office/drawing/2014/main" id="{9680721B-AEE8-3ADB-2B10-57C331459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22632" y="5735454"/>
            <a:ext cx="2194560" cy="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lg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51">
            <a:extLst>
              <a:ext uri="{FF2B5EF4-FFF2-40B4-BE49-F238E27FC236}">
                <a16:creationId xmlns:a16="http://schemas.microsoft.com/office/drawing/2014/main" id="{FF05477E-2D1B-A5C0-F636-3F5651FB2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753885" y="5673691"/>
            <a:ext cx="123290" cy="123290"/>
          </a:xfrm>
          <a:prstGeom prst="ellipse">
            <a:avLst/>
          </a:prstGeom>
          <a:solidFill>
            <a:srgbClr val="3B2E5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" name="Straight Arrow Connector 78">
            <a:extLst>
              <a:ext uri="{FF2B5EF4-FFF2-40B4-BE49-F238E27FC236}">
                <a16:creationId xmlns:a16="http://schemas.microsoft.com/office/drawing/2014/main" id="{B716BEE2-EE53-9774-B553-85AC6E286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44085" y="5735454"/>
            <a:ext cx="2194560" cy="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lg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6">
            <a:extLst>
              <a:ext uri="{FF2B5EF4-FFF2-40B4-BE49-F238E27FC236}">
                <a16:creationId xmlns:a16="http://schemas.microsoft.com/office/drawing/2014/main" id="{6C56EF39-B857-BF7E-EF7A-2C7B89690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517" y="2011590"/>
            <a:ext cx="3500266" cy="3758184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D281867-86ED-8829-0871-7D2BA958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32" y="162018"/>
            <a:ext cx="11001375" cy="548640"/>
          </a:xfrm>
        </p:spPr>
        <p:txBody>
          <a:bodyPr>
            <a:normAutofit fontScale="90000"/>
          </a:bodyPr>
          <a:lstStyle/>
          <a:p>
            <a:r>
              <a:rPr lang="en-US" dirty="0"/>
              <a:t>Mapping out Priorities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D0DB11DE-51F5-F9D4-6A18-3614BEB90564}"/>
              </a:ext>
            </a:extLst>
          </p:cNvPr>
          <p:cNvSpPr txBox="1"/>
          <p:nvPr/>
        </p:nvSpPr>
        <p:spPr>
          <a:xfrm>
            <a:off x="426055" y="746546"/>
            <a:ext cx="9399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Clients sometimes will not know what needs to be prioritized. This helps lock in on the AI use cases that best fit their scenario while also being realistic.</a:t>
            </a:r>
          </a:p>
        </p:txBody>
      </p:sp>
      <p:sp>
        <p:nvSpPr>
          <p:cNvPr id="10" name="TextBox 90">
            <a:extLst>
              <a:ext uri="{FF2B5EF4-FFF2-40B4-BE49-F238E27FC236}">
                <a16:creationId xmlns:a16="http://schemas.microsoft.com/office/drawing/2014/main" id="{D26F8774-0CB0-7C02-EA50-323B2BB2109B}"/>
              </a:ext>
            </a:extLst>
          </p:cNvPr>
          <p:cNvSpPr txBox="1"/>
          <p:nvPr/>
        </p:nvSpPr>
        <p:spPr>
          <a:xfrm>
            <a:off x="1668780" y="1892190"/>
            <a:ext cx="500214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High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354A9D-22D2-5388-123A-F037D20096E0}"/>
              </a:ext>
            </a:extLst>
          </p:cNvPr>
          <p:cNvSpPr txBox="1">
            <a:spLocks/>
          </p:cNvSpPr>
          <p:nvPr/>
        </p:nvSpPr>
        <p:spPr>
          <a:xfrm>
            <a:off x="599595" y="3683510"/>
            <a:ext cx="1046325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50" baseline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0304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Impact on Business</a:t>
            </a:r>
          </a:p>
        </p:txBody>
      </p:sp>
      <p:sp>
        <p:nvSpPr>
          <p:cNvPr id="12" name="TextBox 91">
            <a:extLst>
              <a:ext uri="{FF2B5EF4-FFF2-40B4-BE49-F238E27FC236}">
                <a16:creationId xmlns:a16="http://schemas.microsoft.com/office/drawing/2014/main" id="{958F5B28-4442-B03D-2ED5-98C5A0D6E309}"/>
              </a:ext>
            </a:extLst>
          </p:cNvPr>
          <p:cNvSpPr txBox="1"/>
          <p:nvPr/>
        </p:nvSpPr>
        <p:spPr>
          <a:xfrm>
            <a:off x="1668780" y="3766015"/>
            <a:ext cx="500214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Med</a:t>
            </a:r>
          </a:p>
        </p:txBody>
      </p:sp>
      <p:sp>
        <p:nvSpPr>
          <p:cNvPr id="13" name="TextBox 92">
            <a:extLst>
              <a:ext uri="{FF2B5EF4-FFF2-40B4-BE49-F238E27FC236}">
                <a16:creationId xmlns:a16="http://schemas.microsoft.com/office/drawing/2014/main" id="{744C7855-F5A6-5879-DC18-2800B733518F}"/>
              </a:ext>
            </a:extLst>
          </p:cNvPr>
          <p:cNvSpPr txBox="1"/>
          <p:nvPr/>
        </p:nvSpPr>
        <p:spPr>
          <a:xfrm>
            <a:off x="1668780" y="5629455"/>
            <a:ext cx="500214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Low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DD4C8AB5-7924-7E9A-F76A-CF9E701DCB09}"/>
              </a:ext>
            </a:extLst>
          </p:cNvPr>
          <p:cNvSpPr txBox="1"/>
          <p:nvPr/>
        </p:nvSpPr>
        <p:spPr>
          <a:xfrm>
            <a:off x="1948222" y="5868031"/>
            <a:ext cx="103737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Easy</a:t>
            </a: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E48CE49B-AC00-C019-1FA8-FBFA5C950B76}"/>
              </a:ext>
            </a:extLst>
          </p:cNvPr>
          <p:cNvSpPr txBox="1"/>
          <p:nvPr/>
        </p:nvSpPr>
        <p:spPr>
          <a:xfrm>
            <a:off x="4093263" y="5868031"/>
            <a:ext cx="103235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Somewhat</a:t>
            </a:r>
          </a:p>
        </p:txBody>
      </p:sp>
      <p:sp>
        <p:nvSpPr>
          <p:cNvPr id="16" name="TextBox 71">
            <a:extLst>
              <a:ext uri="{FF2B5EF4-FFF2-40B4-BE49-F238E27FC236}">
                <a16:creationId xmlns:a16="http://schemas.microsoft.com/office/drawing/2014/main" id="{017FD333-838D-4FF1-5903-C251B8601A00}"/>
              </a:ext>
            </a:extLst>
          </p:cNvPr>
          <p:cNvSpPr txBox="1"/>
          <p:nvPr/>
        </p:nvSpPr>
        <p:spPr>
          <a:xfrm>
            <a:off x="6429778" y="5868031"/>
            <a:ext cx="56790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Hard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9DDCBC8-0911-B3D2-C5DF-143B67D5C8C3}"/>
              </a:ext>
            </a:extLst>
          </p:cNvPr>
          <p:cNvSpPr txBox="1">
            <a:spLocks/>
          </p:cNvSpPr>
          <p:nvPr/>
        </p:nvSpPr>
        <p:spPr>
          <a:xfrm>
            <a:off x="3101147" y="6215699"/>
            <a:ext cx="308999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50" baseline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0304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Challenge to Implement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97FDDE3-C8E3-0C09-87B1-FF91B016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4" y="2692000"/>
            <a:ext cx="2931539" cy="139464"/>
            <a:chOff x="8405474" y="2298300"/>
            <a:chExt cx="2931539" cy="139464"/>
          </a:xfrm>
        </p:grpSpPr>
        <p:sp>
          <p:nvSpPr>
            <p:cNvPr id="19" name="Oval 48">
              <a:extLst>
                <a:ext uri="{FF2B5EF4-FFF2-40B4-BE49-F238E27FC236}">
                  <a16:creationId xmlns:a16="http://schemas.microsoft.com/office/drawing/2014/main" id="{BA909EC1-876F-A80D-815A-163CE2E10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4" y="2298300"/>
              <a:ext cx="109728" cy="109727"/>
            </a:xfrm>
            <a:prstGeom prst="ellipse">
              <a:avLst/>
            </a:prstGeom>
            <a:solidFill>
              <a:srgbClr val="00857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0" name="TextBox 49">
              <a:extLst>
                <a:ext uri="{FF2B5EF4-FFF2-40B4-BE49-F238E27FC236}">
                  <a16:creationId xmlns:a16="http://schemas.microsoft.com/office/drawing/2014/main" id="{FEFC4A0A-5C5A-A86E-0912-41D2268A8F17}"/>
                </a:ext>
              </a:extLst>
            </p:cNvPr>
            <p:cNvSpPr txBox="1"/>
            <p:nvPr/>
          </p:nvSpPr>
          <p:spPr>
            <a:xfrm>
              <a:off x="8566245" y="2299265"/>
              <a:ext cx="277076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Lead Generation</a:t>
              </a:r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D6DAA188-8D06-21C8-F21F-20606BFE9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4" y="3073273"/>
            <a:ext cx="2931539" cy="139462"/>
            <a:chOff x="8405474" y="2679573"/>
            <a:chExt cx="2931539" cy="139462"/>
          </a:xfrm>
        </p:grpSpPr>
        <p:sp>
          <p:nvSpPr>
            <p:cNvPr id="23" name="Oval 54">
              <a:extLst>
                <a:ext uri="{FF2B5EF4-FFF2-40B4-BE49-F238E27FC236}">
                  <a16:creationId xmlns:a16="http://schemas.microsoft.com/office/drawing/2014/main" id="{26FF6C96-69D6-AC57-50D0-C74A986AE8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4" y="2679573"/>
              <a:ext cx="109728" cy="10972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TextBox 56">
              <a:extLst>
                <a:ext uri="{FF2B5EF4-FFF2-40B4-BE49-F238E27FC236}">
                  <a16:creationId xmlns:a16="http://schemas.microsoft.com/office/drawing/2014/main" id="{53706716-9174-A5FF-58A2-373BFE9E0218}"/>
                </a:ext>
              </a:extLst>
            </p:cNvPr>
            <p:cNvSpPr txBox="1"/>
            <p:nvPr/>
          </p:nvSpPr>
          <p:spPr>
            <a:xfrm>
              <a:off x="8566245" y="2680538"/>
              <a:ext cx="2770768" cy="13849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Content Creation</a:t>
              </a:r>
            </a:p>
          </p:txBody>
        </p:sp>
      </p:grpSp>
      <p:grpSp>
        <p:nvGrpSpPr>
          <p:cNvPr id="25" name="Group 20">
            <a:extLst>
              <a:ext uri="{FF2B5EF4-FFF2-40B4-BE49-F238E27FC236}">
                <a16:creationId xmlns:a16="http://schemas.microsoft.com/office/drawing/2014/main" id="{1BCF855D-3F6E-B976-1D8A-92D55BAB9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3" y="3454546"/>
            <a:ext cx="2988746" cy="139462"/>
            <a:chOff x="8405473" y="3060846"/>
            <a:chExt cx="2988746" cy="139462"/>
          </a:xfrm>
        </p:grpSpPr>
        <p:sp>
          <p:nvSpPr>
            <p:cNvPr id="26" name="Oval 60">
              <a:extLst>
                <a:ext uri="{FF2B5EF4-FFF2-40B4-BE49-F238E27FC236}">
                  <a16:creationId xmlns:a16="http://schemas.microsoft.com/office/drawing/2014/main" id="{AF2BCA86-7CC1-7B0C-93EC-7E153589FA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3" y="3060846"/>
              <a:ext cx="109728" cy="109727"/>
            </a:xfrm>
            <a:prstGeom prst="ellipse">
              <a:avLst/>
            </a:prstGeom>
            <a:solidFill>
              <a:srgbClr val="0223C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7" name="TextBox 61">
              <a:extLst>
                <a:ext uri="{FF2B5EF4-FFF2-40B4-BE49-F238E27FC236}">
                  <a16:creationId xmlns:a16="http://schemas.microsoft.com/office/drawing/2014/main" id="{6658D8FE-8F4F-6921-CA29-A38AD3F760A3}"/>
                </a:ext>
              </a:extLst>
            </p:cNvPr>
            <p:cNvSpPr txBox="1"/>
            <p:nvPr/>
          </p:nvSpPr>
          <p:spPr>
            <a:xfrm>
              <a:off x="8566245" y="3061811"/>
              <a:ext cx="2827974" cy="13849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Scenario name</a:t>
              </a:r>
            </a:p>
          </p:txBody>
        </p:sp>
      </p:grpSp>
      <p:grpSp>
        <p:nvGrpSpPr>
          <p:cNvPr id="28" name="Group 21">
            <a:extLst>
              <a:ext uri="{FF2B5EF4-FFF2-40B4-BE49-F238E27FC236}">
                <a16:creationId xmlns:a16="http://schemas.microsoft.com/office/drawing/2014/main" id="{E06850AA-4010-B92B-FA02-7EF3CF73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3" y="3835819"/>
            <a:ext cx="2931538" cy="139462"/>
            <a:chOff x="8405473" y="3442119"/>
            <a:chExt cx="2931538" cy="139462"/>
          </a:xfrm>
        </p:grpSpPr>
        <p:sp>
          <p:nvSpPr>
            <p:cNvPr id="29" name="Oval 62">
              <a:extLst>
                <a:ext uri="{FF2B5EF4-FFF2-40B4-BE49-F238E27FC236}">
                  <a16:creationId xmlns:a16="http://schemas.microsoft.com/office/drawing/2014/main" id="{9058F993-60CA-A745-9235-3A8BA9D973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3" y="3442119"/>
              <a:ext cx="109728" cy="109727"/>
            </a:xfrm>
            <a:prstGeom prst="ellipse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TextBox 63">
              <a:extLst>
                <a:ext uri="{FF2B5EF4-FFF2-40B4-BE49-F238E27FC236}">
                  <a16:creationId xmlns:a16="http://schemas.microsoft.com/office/drawing/2014/main" id="{62EEB155-957E-00F4-0CB6-A27C1568DA0A}"/>
                </a:ext>
              </a:extLst>
            </p:cNvPr>
            <p:cNvSpPr txBox="1"/>
            <p:nvPr/>
          </p:nvSpPr>
          <p:spPr>
            <a:xfrm>
              <a:off x="8566244" y="3443084"/>
              <a:ext cx="2770767" cy="13849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Scenario name</a:t>
              </a:r>
            </a:p>
          </p:txBody>
        </p:sp>
      </p:grpSp>
      <p:grpSp>
        <p:nvGrpSpPr>
          <p:cNvPr id="31" name="Group 22">
            <a:extLst>
              <a:ext uri="{FF2B5EF4-FFF2-40B4-BE49-F238E27FC236}">
                <a16:creationId xmlns:a16="http://schemas.microsoft.com/office/drawing/2014/main" id="{406CF98A-6300-2404-936A-0B93D8236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3" y="4217092"/>
            <a:ext cx="2988746" cy="139464"/>
            <a:chOff x="8405473" y="3823392"/>
            <a:chExt cx="2988746" cy="139464"/>
          </a:xfrm>
        </p:grpSpPr>
        <p:sp>
          <p:nvSpPr>
            <p:cNvPr id="32" name="Oval 64">
              <a:extLst>
                <a:ext uri="{FF2B5EF4-FFF2-40B4-BE49-F238E27FC236}">
                  <a16:creationId xmlns:a16="http://schemas.microsoft.com/office/drawing/2014/main" id="{59F5582D-3E05-115D-8248-FDBF07CAEE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3" y="3823392"/>
              <a:ext cx="109728" cy="109727"/>
            </a:xfrm>
            <a:prstGeom prst="ellipse">
              <a:avLst/>
            </a:prstGeom>
            <a:solidFill>
              <a:srgbClr val="30E5D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3" name="TextBox 73">
              <a:extLst>
                <a:ext uri="{FF2B5EF4-FFF2-40B4-BE49-F238E27FC236}">
                  <a16:creationId xmlns:a16="http://schemas.microsoft.com/office/drawing/2014/main" id="{A91A8B21-50F1-FE47-EA34-BDA055EAFFFA}"/>
                </a:ext>
              </a:extLst>
            </p:cNvPr>
            <p:cNvSpPr txBox="1"/>
            <p:nvPr/>
          </p:nvSpPr>
          <p:spPr>
            <a:xfrm>
              <a:off x="8566245" y="3824357"/>
              <a:ext cx="2827974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Scenario name</a:t>
              </a:r>
            </a:p>
          </p:txBody>
        </p:sp>
      </p:grpSp>
      <p:grpSp>
        <p:nvGrpSpPr>
          <p:cNvPr id="34" name="Group 23">
            <a:extLst>
              <a:ext uri="{FF2B5EF4-FFF2-40B4-BE49-F238E27FC236}">
                <a16:creationId xmlns:a16="http://schemas.microsoft.com/office/drawing/2014/main" id="{BF50E096-AC7C-4769-3F16-6D941E730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3" y="4581502"/>
            <a:ext cx="2988744" cy="138499"/>
            <a:chOff x="8405473" y="4187802"/>
            <a:chExt cx="2988744" cy="138499"/>
          </a:xfrm>
        </p:grpSpPr>
        <p:sp>
          <p:nvSpPr>
            <p:cNvPr id="35" name="Oval 74">
              <a:extLst>
                <a:ext uri="{FF2B5EF4-FFF2-40B4-BE49-F238E27FC236}">
                  <a16:creationId xmlns:a16="http://schemas.microsoft.com/office/drawing/2014/main" id="{5E938253-FB8E-07E3-92B4-C89337177A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3" y="4204665"/>
              <a:ext cx="109728" cy="109727"/>
            </a:xfrm>
            <a:prstGeom prst="ellipse">
              <a:avLst/>
            </a:prstGeom>
            <a:solidFill>
              <a:srgbClr val="C801A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TextBox 77">
              <a:extLst>
                <a:ext uri="{FF2B5EF4-FFF2-40B4-BE49-F238E27FC236}">
                  <a16:creationId xmlns:a16="http://schemas.microsoft.com/office/drawing/2014/main" id="{58B11927-8A76-866B-7EDD-621C13FFF8A6}"/>
                </a:ext>
              </a:extLst>
            </p:cNvPr>
            <p:cNvSpPr txBox="1"/>
            <p:nvPr/>
          </p:nvSpPr>
          <p:spPr>
            <a:xfrm>
              <a:off x="8566244" y="4187802"/>
              <a:ext cx="2827973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Scenario name</a:t>
              </a:r>
            </a:p>
          </p:txBody>
        </p:sp>
      </p:grpSp>
      <p:grpSp>
        <p:nvGrpSpPr>
          <p:cNvPr id="37" name="Group 24">
            <a:extLst>
              <a:ext uri="{FF2B5EF4-FFF2-40B4-BE49-F238E27FC236}">
                <a16:creationId xmlns:a16="http://schemas.microsoft.com/office/drawing/2014/main" id="{78B7EAEE-8AA9-7F57-169E-E27A78D6E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05473" y="4979640"/>
            <a:ext cx="2988744" cy="139464"/>
            <a:chOff x="8405473" y="4585940"/>
            <a:chExt cx="2988744" cy="139464"/>
          </a:xfrm>
        </p:grpSpPr>
        <p:sp>
          <p:nvSpPr>
            <p:cNvPr id="38" name="Oval 80">
              <a:extLst>
                <a:ext uri="{FF2B5EF4-FFF2-40B4-BE49-F238E27FC236}">
                  <a16:creationId xmlns:a16="http://schemas.microsoft.com/office/drawing/2014/main" id="{5CC7E10E-425A-AA2B-7DB2-A45D598E92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3" y="4585940"/>
              <a:ext cx="109728" cy="109727"/>
            </a:xfrm>
            <a:prstGeom prst="ellipse">
              <a:avLst/>
            </a:prstGeom>
            <a:solidFill>
              <a:srgbClr val="C42B3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9" name="TextBox 81">
              <a:extLst>
                <a:ext uri="{FF2B5EF4-FFF2-40B4-BE49-F238E27FC236}">
                  <a16:creationId xmlns:a16="http://schemas.microsoft.com/office/drawing/2014/main" id="{C02F3EBB-EC82-2754-ECF0-AEF7F1597949}"/>
                </a:ext>
              </a:extLst>
            </p:cNvPr>
            <p:cNvSpPr txBox="1"/>
            <p:nvPr/>
          </p:nvSpPr>
          <p:spPr>
            <a:xfrm>
              <a:off x="8566245" y="4586905"/>
              <a:ext cx="2827972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Scenario name</a:t>
              </a:r>
            </a:p>
          </p:txBody>
        </p:sp>
      </p:grpSp>
      <p:sp>
        <p:nvSpPr>
          <p:cNvPr id="41" name="TextBox 114">
            <a:extLst>
              <a:ext uri="{FF2B5EF4-FFF2-40B4-BE49-F238E27FC236}">
                <a16:creationId xmlns:a16="http://schemas.microsoft.com/office/drawing/2014/main" id="{C0A4BA64-224F-26F8-0E86-37BEB6318218}"/>
              </a:ext>
            </a:extLst>
          </p:cNvPr>
          <p:cNvSpPr txBox="1"/>
          <p:nvPr/>
        </p:nvSpPr>
        <p:spPr>
          <a:xfrm>
            <a:off x="8360398" y="2221557"/>
            <a:ext cx="2976615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Scenarios</a:t>
            </a:r>
          </a:p>
        </p:txBody>
      </p:sp>
      <p:sp>
        <p:nvSpPr>
          <p:cNvPr id="42" name="TextBox 82">
            <a:extLst>
              <a:ext uri="{FF2B5EF4-FFF2-40B4-BE49-F238E27FC236}">
                <a16:creationId xmlns:a16="http://schemas.microsoft.com/office/drawing/2014/main" id="{6C928133-A779-82C3-4C1C-AB8A1B191AEB}"/>
              </a:ext>
            </a:extLst>
          </p:cNvPr>
          <p:cNvSpPr txBox="1"/>
          <p:nvPr/>
        </p:nvSpPr>
        <p:spPr>
          <a:xfrm>
            <a:off x="8360398" y="5387256"/>
            <a:ext cx="2976615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These can be grabbed or copied and placed on the map to the left</a:t>
            </a:r>
          </a:p>
        </p:txBody>
      </p:sp>
      <p:cxnSp>
        <p:nvCxnSpPr>
          <p:cNvPr id="43" name="Straight Arrow Connector 94">
            <a:extLst>
              <a:ext uri="{FF2B5EF4-FFF2-40B4-BE49-F238E27FC236}">
                <a16:creationId xmlns:a16="http://schemas.microsoft.com/office/drawing/2014/main" id="{C52EF99D-84F5-C12D-D75C-E7498DB54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340799" y="2082255"/>
            <a:ext cx="0" cy="175516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lg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95">
            <a:extLst>
              <a:ext uri="{FF2B5EF4-FFF2-40B4-BE49-F238E27FC236}">
                <a16:creationId xmlns:a16="http://schemas.microsoft.com/office/drawing/2014/main" id="{2D49E0AA-F4EC-08CC-E97A-530A39BC2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79802" y="5673691"/>
            <a:ext cx="123290" cy="123290"/>
          </a:xfrm>
          <a:prstGeom prst="ellipse">
            <a:avLst/>
          </a:prstGeom>
          <a:solidFill>
            <a:srgbClr val="3B2E5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" name="Oval 96">
            <a:extLst>
              <a:ext uri="{FF2B5EF4-FFF2-40B4-BE49-F238E27FC236}">
                <a16:creationId xmlns:a16="http://schemas.microsoft.com/office/drawing/2014/main" id="{52DA9EC9-AB2C-7050-DF45-5668E6EDB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79802" y="3820745"/>
            <a:ext cx="123290" cy="123290"/>
          </a:xfrm>
          <a:prstGeom prst="ellipse">
            <a:avLst/>
          </a:prstGeom>
          <a:solidFill>
            <a:srgbClr val="3B2E5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" name="Oval 97">
            <a:extLst>
              <a:ext uri="{FF2B5EF4-FFF2-40B4-BE49-F238E27FC236}">
                <a16:creationId xmlns:a16="http://schemas.microsoft.com/office/drawing/2014/main" id="{92FFD364-ACDD-1558-B25B-1049A6DD0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79802" y="1941720"/>
            <a:ext cx="123290" cy="123290"/>
          </a:xfrm>
          <a:prstGeom prst="ellipse">
            <a:avLst/>
          </a:prstGeom>
          <a:solidFill>
            <a:srgbClr val="3B2E5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7" name="Oval 50">
            <a:extLst>
              <a:ext uri="{FF2B5EF4-FFF2-40B4-BE49-F238E27FC236}">
                <a16:creationId xmlns:a16="http://schemas.microsoft.com/office/drawing/2014/main" id="{9FBFFD42-E70F-1D88-65DA-48EC304C4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22852" y="5673691"/>
            <a:ext cx="123290" cy="123290"/>
          </a:xfrm>
          <a:prstGeom prst="ellipse">
            <a:avLst/>
          </a:prstGeom>
          <a:solidFill>
            <a:srgbClr val="3B2E58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9" name="Group 14">
            <a:extLst>
              <a:ext uri="{FF2B5EF4-FFF2-40B4-BE49-F238E27FC236}">
                <a16:creationId xmlns:a16="http://schemas.microsoft.com/office/drawing/2014/main" id="{8DD2EC06-0285-7E03-94B5-9596EF8D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79958" y="5400527"/>
            <a:ext cx="2931539" cy="139462"/>
            <a:chOff x="8405474" y="2679573"/>
            <a:chExt cx="2931539" cy="139462"/>
          </a:xfrm>
        </p:grpSpPr>
        <p:sp>
          <p:nvSpPr>
            <p:cNvPr id="50" name="Oval 15">
              <a:extLst>
                <a:ext uri="{FF2B5EF4-FFF2-40B4-BE49-F238E27FC236}">
                  <a16:creationId xmlns:a16="http://schemas.microsoft.com/office/drawing/2014/main" id="{C7417A6F-233D-8057-5EF4-2182E26A36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4" y="2679573"/>
              <a:ext cx="109728" cy="10972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72BCF314-8F95-ABD4-D265-666A9D79EB58}"/>
                </a:ext>
              </a:extLst>
            </p:cNvPr>
            <p:cNvSpPr txBox="1"/>
            <p:nvPr/>
          </p:nvSpPr>
          <p:spPr>
            <a:xfrm>
              <a:off x="8566245" y="2680538"/>
              <a:ext cx="2770768" cy="13849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Content Creation</a:t>
              </a:r>
            </a:p>
          </p:txBody>
        </p:sp>
      </p:grpSp>
      <p:grpSp>
        <p:nvGrpSpPr>
          <p:cNvPr id="52" name="Group 18">
            <a:extLst>
              <a:ext uri="{FF2B5EF4-FFF2-40B4-BE49-F238E27FC236}">
                <a16:creationId xmlns:a16="http://schemas.microsoft.com/office/drawing/2014/main" id="{AF8E888D-F2FC-C14C-9746-CB3BAF86F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60307" y="3236299"/>
            <a:ext cx="2931539" cy="139464"/>
            <a:chOff x="8405474" y="2298300"/>
            <a:chExt cx="2931539" cy="139464"/>
          </a:xfrm>
        </p:grpSpPr>
        <p:sp>
          <p:nvSpPr>
            <p:cNvPr id="53" name="Oval 48">
              <a:extLst>
                <a:ext uri="{FF2B5EF4-FFF2-40B4-BE49-F238E27FC236}">
                  <a16:creationId xmlns:a16="http://schemas.microsoft.com/office/drawing/2014/main" id="{5C4FCEF3-85E8-DD8C-A604-CF1EE86360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05474" y="2298300"/>
              <a:ext cx="109728" cy="109727"/>
            </a:xfrm>
            <a:prstGeom prst="ellipse">
              <a:avLst/>
            </a:prstGeom>
            <a:solidFill>
              <a:srgbClr val="00857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TextBox 49">
              <a:extLst>
                <a:ext uri="{FF2B5EF4-FFF2-40B4-BE49-F238E27FC236}">
                  <a16:creationId xmlns:a16="http://schemas.microsoft.com/office/drawing/2014/main" id="{B2F153FA-CFCA-1270-B98F-C4C81D76A5A7}"/>
                </a:ext>
              </a:extLst>
            </p:cNvPr>
            <p:cNvSpPr txBox="1"/>
            <p:nvPr/>
          </p:nvSpPr>
          <p:spPr>
            <a:xfrm>
              <a:off x="8566245" y="2299265"/>
              <a:ext cx="277076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6E6E6">
                      <a:lumMod val="25000"/>
                    </a:srgb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Lead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598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848288-854f-41d9-8bac-5a83060f6b8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3F2E4E5529B541A96DCF56085779BF" ma:contentTypeVersion="10" ma:contentTypeDescription="Create a new document." ma:contentTypeScope="" ma:versionID="fa7c2413a6d7bc651140686b488943f6">
  <xsd:schema xmlns:xsd="http://www.w3.org/2001/XMLSchema" xmlns:xs="http://www.w3.org/2001/XMLSchema" xmlns:p="http://schemas.microsoft.com/office/2006/metadata/properties" xmlns:ns3="7e848288-854f-41d9-8bac-5a83060f6b8f" targetNamespace="http://schemas.microsoft.com/office/2006/metadata/properties" ma:root="true" ma:fieldsID="e0236fbd4203f584a34687b4fb9f6786" ns3:_="">
    <xsd:import namespace="7e848288-854f-41d9-8bac-5a83060f6b8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48288-854f-41d9-8bac-5a83060f6b8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58599F-AA32-46F9-88EA-68A211126DC8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7e848288-854f-41d9-8bac-5a83060f6b8f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EC013ED-F78B-4CB9-8651-2C3FBA62F3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4D8D0-233C-4435-A228-8C3BD9213B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848288-854f-41d9-8bac-5a83060f6b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9811</TotalTime>
  <Words>280</Words>
  <Application>Microsoft Office PowerPoint</Application>
  <PresentationFormat>ワイド画面</PresentationFormat>
  <Paragraphs>64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Aptos</vt:lpstr>
      <vt:lpstr>Arial</vt:lpstr>
      <vt:lpstr>Segoe Sans Text</vt:lpstr>
      <vt:lpstr>Segoe UI</vt:lpstr>
      <vt:lpstr>Segoe UI Semibold</vt:lpstr>
      <vt:lpstr>Office テーマ</vt:lpstr>
      <vt:lpstr>PowerPoint プレゼンテーション</vt:lpstr>
      <vt:lpstr>[Name and Function]</vt:lpstr>
      <vt:lpstr>Writing down possible ideas</vt:lpstr>
      <vt:lpstr>Mapping out Priorities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Yurika Miyazaki</dc:creator>
  <cp:lastModifiedBy>Joshua Jones</cp:lastModifiedBy>
  <cp:revision>14</cp:revision>
  <dcterms:created xsi:type="dcterms:W3CDTF">2026-02-16T07:18:12Z</dcterms:created>
  <dcterms:modified xsi:type="dcterms:W3CDTF">2026-09-25T00:47:39Z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0x010100633F2E4E5529B541A96DCF56085779BF</vt:lpwstr>
  </property>
</Properties>
</file>